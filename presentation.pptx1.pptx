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1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05A925-347C-4AB9-A01C-4A603C6BE86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65FC62-A085-4094-A59B-84CF3BFD8C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782762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AUTOMATED MARKDOWN VALIDATOR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700" dirty="0" smtClean="0"/>
              <a:t>(using custom AI agent  &amp;  Agno framework)</a:t>
            </a:r>
            <a:endParaRPr lang="en-US" sz="2700" dirty="0"/>
          </a:p>
        </p:txBody>
      </p:sp>
      <p:sp>
        <p:nvSpPr>
          <p:cNvPr id="3" name="Subtitl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sz="3000" b="1" dirty="0" smtClean="0"/>
              <a:t>Slide 1</a:t>
            </a:r>
            <a:r>
              <a:rPr lang="en-US" sz="3000" dirty="0" smtClean="0"/>
              <a:t>: Title Slide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AUTOMATED MARKDOWN VALIDATOR</a:t>
            </a:r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Using Custom AI Agent &amp; Agno Framework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Offline Assignment – </a:t>
            </a:r>
            <a:r>
              <a:rPr lang="en-US" sz="3000" dirty="0" err="1" smtClean="0"/>
              <a:t>TalkSite</a:t>
            </a:r>
            <a:r>
              <a:rPr lang="en-US" sz="3000" dirty="0" smtClean="0"/>
              <a:t> Systems</a:t>
            </a:r>
          </a:p>
          <a:p>
            <a:pPr>
              <a:buFont typeface="Wingdings" pitchFamily="2" charset="2"/>
              <a:buChar char="Ø"/>
            </a:pP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Presented by: </a:t>
            </a:r>
            <a:r>
              <a:rPr lang="en-US" sz="3000" dirty="0" err="1" smtClean="0"/>
              <a:t>Bharath</a:t>
            </a:r>
            <a:r>
              <a:rPr lang="en-US" sz="3000" dirty="0" smtClean="0"/>
              <a:t> </a:t>
            </a:r>
            <a:r>
              <a:rPr lang="en-US" sz="3000" dirty="0" err="1" smtClean="0"/>
              <a:t>raja.V</a:t>
            </a:r>
            <a:endParaRPr lang="en-US" sz="3000" dirty="0" smtClean="0"/>
          </a:p>
          <a:p>
            <a:pPr>
              <a:buFont typeface="Wingdings" pitchFamily="2" charset="2"/>
              <a:buChar char="Ø"/>
            </a:pPr>
            <a:r>
              <a:rPr lang="en-US" sz="3000" dirty="0" smtClean="0"/>
              <a:t>Role: Software Engineer</a:t>
            </a:r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/>
              <a:t>Slide 2: Assignment Objective</a:t>
            </a:r>
            <a:br>
              <a:rPr lang="en-US" sz="3600" b="1" dirty="0" smtClean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66801"/>
            <a:ext cx="8229600" cy="4495800"/>
          </a:xfrm>
        </p:spPr>
        <p:txBody>
          <a:bodyPr/>
          <a:lstStyle/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2800" b="1" dirty="0"/>
              <a:t>Objective of the Assignment: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Learn and apply an AI agent framework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Build a local working demo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Validate Markdown files automatically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Identify issues and suggest fixes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3: Problem Statement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Problem Overview: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Markdown files often contain formatting mistakes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Broken links are difficult to detect manually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Manual validation is time-consuming and error-prone</a:t>
            </a:r>
          </a:p>
          <a:p>
            <a:pPr>
              <a:buFont typeface="Wingdings" pitchFamily="2" charset="2"/>
              <a:buChar char="§"/>
            </a:pPr>
            <a:r>
              <a:rPr lang="en-US" sz="2800" b="1" dirty="0"/>
              <a:t>Need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sz="2800" dirty="0"/>
              <a:t>An automated and reliable system to validate Markdown files</a:t>
            </a:r>
            <a:r>
              <a:rPr lang="en-US" sz="2800" dirty="0" smtClean="0"/>
              <a:t>.</a:t>
            </a:r>
            <a:r>
              <a:rPr lang="en-US" b="1" dirty="0"/>
              <a:t> 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4: What is an AI Agent?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b="1" dirty="0"/>
              <a:t>AI Agent Definition: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An AI agent is an autonomous software component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It understands a goal and decides the steps to achieve it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It can invoke tools to complete specific tasks</a:t>
            </a:r>
          </a:p>
          <a:p>
            <a:pPr>
              <a:buFont typeface="Wingdings" pitchFamily="2" charset="2"/>
              <a:buChar char="Ø"/>
            </a:pPr>
            <a:r>
              <a:rPr lang="en-US" sz="2800" b="1" dirty="0"/>
              <a:t>In This Project: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>The AI agent manages the validation workflow and delegates validation work to a tool.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br>
              <a:rPr lang="en-US" dirty="0"/>
            </a:br>
            <a:r>
              <a:rPr lang="en-US" sz="4000" b="1" dirty="0"/>
              <a:t>Slide 5: AI Used </a:t>
            </a:r>
            <a:r>
              <a:rPr lang="en-US" sz="4000" b="1" dirty="0" smtClean="0"/>
              <a:t> &amp;  </a:t>
            </a:r>
            <a:r>
              <a:rPr lang="en-US" sz="4000" b="1" dirty="0"/>
              <a:t>Framework</a:t>
            </a:r>
            <a:r>
              <a:rPr lang="en-US" sz="4000" dirty="0"/>
              <a:t/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300" b="1" dirty="0"/>
              <a:t>AI Used:</a:t>
            </a:r>
            <a:endParaRPr lang="en-US" sz="3300" dirty="0"/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Custom AI Agent designed specifically for this </a:t>
            </a:r>
            <a:r>
              <a:rPr lang="en-US" sz="3300" dirty="0" smtClean="0"/>
              <a:t>task</a:t>
            </a:r>
          </a:p>
          <a:p>
            <a:pPr lvl="0"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Framework Used:	</a:t>
            </a:r>
            <a:endParaRPr lang="en-US" sz="3300" dirty="0"/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Agno – Python-based AI Agent </a:t>
            </a:r>
            <a:r>
              <a:rPr lang="en-US" sz="3300" dirty="0" smtClean="0"/>
              <a:t>Framework</a:t>
            </a:r>
          </a:p>
          <a:p>
            <a:pPr lvl="0">
              <a:buNone/>
            </a:pPr>
            <a:endParaRPr lang="en-US" sz="3300" dirty="0"/>
          </a:p>
          <a:p>
            <a:pPr>
              <a:buNone/>
            </a:pPr>
            <a:r>
              <a:rPr lang="en-US" sz="3300" b="1" dirty="0"/>
              <a:t>Why Agno?</a:t>
            </a:r>
            <a:endParaRPr lang="en-US" sz="3300" dirty="0"/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Lightweight and easy to understand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Supports agent and tool separation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Suitable for local execution as required by the assignment</a:t>
            </a:r>
          </a:p>
          <a:p>
            <a:pPr>
              <a:buNone/>
            </a:pPr>
            <a:r>
              <a:rPr lang="en-US" sz="3300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Slide 6: System Architecture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Architecture Overview: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User uploads a Markdown file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AI agent receives and processes the request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Agent invokes the Python validation tool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Tool returns validation results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Agent presents results to the user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This architecture ensures clean separation of responsibilities.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7: Agent Workflow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sz="3300" b="1" dirty="0"/>
              <a:t>Step-by-Step Agent Workflow:</a:t>
            </a:r>
            <a:endParaRPr lang="en-US" sz="3300" dirty="0"/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Agent receives the Markdown file from the user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Agent identifies the goal as Markdown validation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Agent decides to use the validation tool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Agent invokes the Python validation tool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Tool checks formatting and link issues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Tool returns detected issues and fix suggestions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Agent formats the results clearly</a:t>
            </a:r>
          </a:p>
          <a:p>
            <a:pPr lvl="0">
              <a:buFont typeface="Wingdings" pitchFamily="2" charset="2"/>
              <a:buChar char="§"/>
            </a:pPr>
            <a:r>
              <a:rPr lang="en-US" sz="3300" dirty="0"/>
              <a:t>Final output is displayed to the user</a:t>
            </a:r>
          </a:p>
          <a:p>
            <a:pPr>
              <a:buNone/>
            </a:pPr>
            <a:r>
              <a:rPr lang="en-US" sz="3300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Slide 8: Technology Stack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Technologies Used: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Python for core logic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Agno for AI agent orchestration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Flask for local web interface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 err="1" smtClean="0"/>
              <a:t>Regex</a:t>
            </a:r>
            <a:r>
              <a:rPr lang="en-US" sz="2800" dirty="0" smtClean="0"/>
              <a:t> </a:t>
            </a:r>
            <a:r>
              <a:rPr lang="en-US" sz="2800" dirty="0"/>
              <a:t>and file parsing for validation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Markdown files as input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All components run locally as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9: Local Demo Flow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Demo Execution Flow: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Application is run locally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User uploads a Markdown file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Agent processes the file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Validation results are displayed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This demonstrates real-time agent and tool interaction</a:t>
            </a:r>
            <a:r>
              <a:rPr lang="en-US" sz="2800" dirty="0" smtClean="0"/>
              <a:t>.</a:t>
            </a:r>
            <a:r>
              <a:rPr lang="en-US" sz="2800" dirty="0"/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10: Output Details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/>
              <a:t>Output Provided by the System: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List of detected Markdown issues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Clear explanation of each issue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Suggested fix for every issue</a:t>
            </a:r>
          </a:p>
          <a:p>
            <a:pPr>
              <a:buFont typeface="Wingdings" pitchFamily="2" charset="2"/>
              <a:buChar char="§"/>
            </a:pPr>
            <a:r>
              <a:rPr lang="en-US" sz="2800" dirty="0"/>
              <a:t>The output is easy to understand and actionable</a:t>
            </a:r>
            <a:r>
              <a:rPr lang="en-US" sz="2800" dirty="0" smtClean="0"/>
              <a:t>.</a:t>
            </a:r>
            <a:r>
              <a:rPr lang="en-US" sz="2800" dirty="0"/>
              <a:t>	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Slide 11: Key </a:t>
            </a:r>
            <a:r>
              <a:rPr lang="en-US" sz="3600" b="1" dirty="0" err="1" smtClean="0"/>
              <a:t>Learnings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b="1" dirty="0"/>
              <a:t>Key </a:t>
            </a:r>
            <a:r>
              <a:rPr lang="en-US" sz="2800" b="1" dirty="0" err="1" smtClean="0"/>
              <a:t>Learnings</a:t>
            </a:r>
            <a:r>
              <a:rPr lang="en-US" sz="2800" b="1" dirty="0" smtClean="0"/>
              <a:t> </a:t>
            </a:r>
            <a:r>
              <a:rPr lang="en-US" sz="2800" b="1" dirty="0"/>
              <a:t>from This Project:</a:t>
            </a:r>
            <a:endParaRPr lang="en-US" sz="2800" dirty="0"/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Practical understanding of AI agents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Importance of agent and tool separation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Difference between AI reasoning and deterministic logic</a:t>
            </a:r>
          </a:p>
          <a:p>
            <a:pPr lvl="0">
              <a:buFont typeface="Wingdings" pitchFamily="2" charset="2"/>
              <a:buChar char="§"/>
            </a:pPr>
            <a:r>
              <a:rPr lang="en-US" sz="2800" dirty="0"/>
              <a:t>Writing clean, explainable, and testable </a:t>
            </a:r>
            <a:r>
              <a:rPr lang="en-US" sz="2800" dirty="0" smtClean="0"/>
              <a:t>code.                        </a:t>
            </a:r>
            <a:endParaRPr lang="en-US" sz="2800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Slide 12: Future Enhancements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800" b="1" dirty="0"/>
              <a:t>Possible Future Improvements:</a:t>
            </a:r>
            <a:endParaRPr lang="en-US" sz="2800" dirty="0"/>
          </a:p>
          <a:p>
            <a:pPr lvl="0"/>
            <a:r>
              <a:rPr lang="en-US" sz="2800" dirty="0"/>
              <a:t>Improved web-based user interface</a:t>
            </a:r>
          </a:p>
          <a:p>
            <a:pPr lvl="0"/>
            <a:r>
              <a:rPr lang="en-US" sz="2800" dirty="0"/>
              <a:t>Support for additional Markdown rules</a:t>
            </a:r>
          </a:p>
          <a:p>
            <a:pPr lvl="0"/>
            <a:r>
              <a:rPr lang="en-US" sz="2800" dirty="0"/>
              <a:t>Deployment on AWS EC2</a:t>
            </a:r>
          </a:p>
          <a:p>
            <a:pPr lvl="0"/>
            <a:r>
              <a:rPr lang="en-US" sz="2800" dirty="0"/>
              <a:t>Support for validating multiple files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/>
              <a:t>Output Screenshot:</a:t>
            </a:r>
            <a:r>
              <a:rPr lang="en-US" sz="3600" dirty="0"/>
              <a:t/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4" name="Content Placeholder 3" descr="C:\Users\lenovo\Pictures\screenshotai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8229600" cy="4335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432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AUTOMATED MARKDOWN VALIDATOR (using custom AI agent  &amp;  Agno framework)</vt:lpstr>
      <vt:lpstr>Slide 2: Assignment Objective </vt:lpstr>
      <vt:lpstr>Slide 3: Problem Statement </vt:lpstr>
      <vt:lpstr>Slide 4: What is an AI Agent? </vt:lpstr>
      <vt:lpstr>  Slide 5: AI Used  &amp;  Framework </vt:lpstr>
      <vt:lpstr>Slide 6: System Architecture </vt:lpstr>
      <vt:lpstr>Slide 7: Agent Workflow </vt:lpstr>
      <vt:lpstr>Slide 8: Technology Stack</vt:lpstr>
      <vt:lpstr>Slide 9: Local Demo Flow </vt:lpstr>
      <vt:lpstr>Slide 10: Output Details </vt:lpstr>
      <vt:lpstr>Slide 11: Key Learnings </vt:lpstr>
      <vt:lpstr>Slide 12: Future Enhancements</vt:lpstr>
      <vt:lpstr>Output Screenshot: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MARKDOWN VALIDATOR using custom AI agent &amp; Agno framework</dc:title>
  <dc:creator>lenovo</dc:creator>
  <cp:lastModifiedBy>lenovo</cp:lastModifiedBy>
  <cp:revision>10</cp:revision>
  <dcterms:created xsi:type="dcterms:W3CDTF">2026-02-09T05:56:20Z</dcterms:created>
  <dcterms:modified xsi:type="dcterms:W3CDTF">2026-02-09T08:45:06Z</dcterms:modified>
</cp:coreProperties>
</file>